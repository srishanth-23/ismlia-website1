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813" y="177587"/>
            <a:ext cx="7603142" cy="1779995"/>
          </a:xfrm>
          <a:custGeom>
            <a:avLst/>
            <a:gdLst/>
            <a:ahLst/>
            <a:cxnLst/>
            <a:rect r="r" b="b" t="t" l="l"/>
            <a:pathLst>
              <a:path h="1779995" w="7603142">
                <a:moveTo>
                  <a:pt x="0" y="0"/>
                </a:moveTo>
                <a:lnTo>
                  <a:pt x="7603142" y="0"/>
                </a:lnTo>
                <a:lnTo>
                  <a:pt x="7603142" y="1779994"/>
                </a:lnTo>
                <a:lnTo>
                  <a:pt x="0" y="1779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6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2807" y="296147"/>
            <a:ext cx="13337094" cy="1542874"/>
          </a:xfrm>
          <a:custGeom>
            <a:avLst/>
            <a:gdLst/>
            <a:ahLst/>
            <a:cxnLst/>
            <a:rect r="r" b="b" t="t" l="l"/>
            <a:pathLst>
              <a:path h="1542874" w="13337094">
                <a:moveTo>
                  <a:pt x="0" y="0"/>
                </a:moveTo>
                <a:lnTo>
                  <a:pt x="13337095" y="0"/>
                </a:lnTo>
                <a:lnTo>
                  <a:pt x="13337095" y="1542874"/>
                </a:lnTo>
                <a:lnTo>
                  <a:pt x="0" y="154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102" t="-8573" r="-15121" b="-208450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34031" y="2347375"/>
            <a:ext cx="10315938" cy="5351260"/>
          </a:xfrm>
          <a:custGeom>
            <a:avLst/>
            <a:gdLst/>
            <a:ahLst/>
            <a:cxnLst/>
            <a:rect r="r" b="b" t="t" l="l"/>
            <a:pathLst>
              <a:path h="5351260" w="10315938">
                <a:moveTo>
                  <a:pt x="0" y="0"/>
                </a:moveTo>
                <a:lnTo>
                  <a:pt x="10315938" y="0"/>
                </a:lnTo>
                <a:lnTo>
                  <a:pt x="10315938" y="5351260"/>
                </a:lnTo>
                <a:lnTo>
                  <a:pt x="0" y="5351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699" t="-30080" r="-47873" b="-47729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49969" y="2964510"/>
            <a:ext cx="5038922" cy="3582492"/>
          </a:xfrm>
          <a:custGeom>
            <a:avLst/>
            <a:gdLst/>
            <a:ahLst/>
            <a:cxnLst/>
            <a:rect r="r" b="b" t="t" l="l"/>
            <a:pathLst>
              <a:path h="3582492" w="5038922">
                <a:moveTo>
                  <a:pt x="0" y="0"/>
                </a:moveTo>
                <a:lnTo>
                  <a:pt x="5038922" y="0"/>
                </a:lnTo>
                <a:lnTo>
                  <a:pt x="5038922" y="3582492"/>
                </a:lnTo>
                <a:lnTo>
                  <a:pt x="0" y="3582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7263" t="-62421" r="-2362" b="-7726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402897"/>
            <a:ext cx="4981412" cy="2341538"/>
          </a:xfrm>
          <a:custGeom>
            <a:avLst/>
            <a:gdLst/>
            <a:ahLst/>
            <a:cxnLst/>
            <a:rect r="r" b="b" t="t" l="l"/>
            <a:pathLst>
              <a:path h="2341538" w="4981412">
                <a:moveTo>
                  <a:pt x="0" y="0"/>
                </a:moveTo>
                <a:lnTo>
                  <a:pt x="4981412" y="0"/>
                </a:lnTo>
                <a:lnTo>
                  <a:pt x="4981412" y="2341538"/>
                </a:lnTo>
                <a:lnTo>
                  <a:pt x="0" y="2341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0458" t="-255892" r="-3550" b="-83065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1813" y="7527307"/>
            <a:ext cx="21016089" cy="22393165"/>
          </a:xfrm>
          <a:custGeom>
            <a:avLst/>
            <a:gdLst/>
            <a:ahLst/>
            <a:cxnLst/>
            <a:rect r="r" b="b" t="t" l="l"/>
            <a:pathLst>
              <a:path h="22393165" w="21016089">
                <a:moveTo>
                  <a:pt x="0" y="0"/>
                </a:moveTo>
                <a:lnTo>
                  <a:pt x="21016089" y="0"/>
                </a:lnTo>
                <a:lnTo>
                  <a:pt x="21016089" y="22393165"/>
                </a:lnTo>
                <a:lnTo>
                  <a:pt x="0" y="22393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5" t="-28305" r="-885" b="-68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49969" y="7006918"/>
            <a:ext cx="5271072" cy="3110633"/>
          </a:xfrm>
          <a:custGeom>
            <a:avLst/>
            <a:gdLst/>
            <a:ahLst/>
            <a:cxnLst/>
            <a:rect r="r" b="b" t="t" l="l"/>
            <a:pathLst>
              <a:path h="3110633" w="5271072">
                <a:moveTo>
                  <a:pt x="0" y="0"/>
                </a:moveTo>
                <a:lnTo>
                  <a:pt x="5271072" y="0"/>
                </a:lnTo>
                <a:lnTo>
                  <a:pt x="5271072" y="3110633"/>
                </a:lnTo>
                <a:lnTo>
                  <a:pt x="0" y="3110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7726" t="-592416" r="-26049" b="-75586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1813" y="2782420"/>
            <a:ext cx="5211030" cy="3946672"/>
          </a:xfrm>
          <a:custGeom>
            <a:avLst/>
            <a:gdLst/>
            <a:ahLst/>
            <a:cxnLst/>
            <a:rect r="r" b="b" t="t" l="l"/>
            <a:pathLst>
              <a:path h="3946672" w="5211030">
                <a:moveTo>
                  <a:pt x="0" y="0"/>
                </a:moveTo>
                <a:lnTo>
                  <a:pt x="5211030" y="0"/>
                </a:lnTo>
                <a:lnTo>
                  <a:pt x="5211030" y="3946672"/>
                </a:lnTo>
                <a:lnTo>
                  <a:pt x="0" y="3946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751" r="-303208" b="-58486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42518" y="1593320"/>
            <a:ext cx="1700649" cy="28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6"/>
              </a:lnSpc>
              <a:spcBef>
                <a:spcPct val="0"/>
              </a:spcBef>
            </a:pPr>
            <a:r>
              <a:rPr lang="en-US" b="true" sz="1761" spc="8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(Autonomous)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DAHS17DYqcg</dc:identifier>
  <dcterms:modified xsi:type="dcterms:W3CDTF">2011-08-01T06:04:30Z</dcterms:modified>
  <cp:revision>1</cp:revision>
  <dc:title>ISMLIA26_A1_Poster_Image_PPT.pptx</dc:title>
</cp:coreProperties>
</file>